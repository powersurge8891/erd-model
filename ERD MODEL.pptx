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1CB3-DCA3-4E87-B761-DC78388F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D28B4-2736-4C1F-B770-942052422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B513D-8C78-4D99-B07C-238006E9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1F8FB-0659-428B-9E06-16A2CF7B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28CD-62B2-48A9-8B06-A8657B86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56B5-1A51-4A14-9D67-1FD2F392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90EE-A5ED-4283-83F5-4D5073999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BFCF3-BB6B-4877-BEE6-4910CB84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AC4D0-45F9-49FA-8F72-1613E868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140DB-0A5E-464B-BD18-0A128128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4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B7A6-9F15-44CF-8D3E-49EBFB4F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7F0C8-681D-488C-8374-3D22C81D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A662-F6B0-4DE2-8201-29E3B1A4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E1C1E-4AC7-46C4-8F73-4FD44D94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EDE6E-50F1-4B57-80A7-C4884B9C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6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AFF3-DB8E-4AD2-8D06-56D57CF2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04A3-814D-482E-9E1C-B7B1DA392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659FA-0DBA-4C29-9DBA-B5F11DA67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A7513-822F-4D7C-9CAA-ADAAFAF2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8F9F7-BEFE-4E3A-BD4E-79E95AD5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7F2C9-02EE-424C-BE77-BFA09E2B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6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0E8C-F2CC-4E31-A37A-EDA075A73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AFB13-7A12-4E57-B86A-EC7FA4CE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1BBF7-1226-4C2C-B9ED-BC0B02D55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13B7E-2A90-4C36-B3BE-77EFB2D0F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9951A-E957-4C2F-9EF6-4B3C2217E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1608F-EAB3-466B-A037-1C4D70C6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DEE7B-C835-4B7D-B6C8-855B31F3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6CCDD-0483-4D67-84C3-1609CF84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24A4-0F23-4C60-94C8-5D610E2C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007EF-0869-4681-B322-DACE651C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79544-30BF-422C-B9B4-7D6711A7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A9E22-0255-482E-AFFD-2CD1C284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4E125-343E-47A3-A5DD-A41AA045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2820B-9BFC-4F72-9C19-C6DC4954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ADB3A-33A2-4003-9143-BC8824F7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8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729F2-E386-4D50-9C82-558E12B2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7D26-1A0C-4A97-ABB7-03D975A7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E13C1-E70E-4D37-AFBF-30F306A34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2C02F-774B-46E9-8ADD-5C15307D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AC76D-5EE7-4CF6-A083-4AB3B8CE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8CD3A-43BD-4909-885B-78D06A62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05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A91C4-5821-49EE-BA40-E3222586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3509D-7CA4-4F18-896A-319335200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FF32F-4D35-4229-9BE8-E754387A0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2B12F-8B6D-4533-BA24-E88383FD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C25D-AE94-470E-B8EC-C4C5D2AA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6834-55E7-417B-BD7A-87EBDFE4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3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F5AB-4680-4F6E-811C-A2A2E458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AFF68-760D-493D-B94C-FB7D53CC1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FC5D2-BF48-4190-8ED4-D34FA162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3B070-6F5D-447D-AB31-C56BEE2F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7D8C-DFD1-4FAC-B7F1-796EA82F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7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7277D-8EEB-401B-B9E7-911145E63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78BFC-26B2-4E2F-8C49-EB329044B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0E7B7-F483-4A66-9939-94E0B4C9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0A271-8DA8-42CC-BB89-C8C9DBC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989F-8F2B-46C9-8C21-CE808ACB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5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2B851-C9F7-414D-91D4-22EA5D59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2BB1F-059C-4BB6-9CB7-578756BFF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FF85-BB8B-4AFC-B21D-E4F72A06F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68DF-8DD7-4678-96AA-B535DFD86921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A54C-3CE0-42E3-A6F7-4EA6F003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D1200-B780-46B6-BB2E-23E2262FA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87FE2-E194-48A3-8A02-82165BD27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4C24-B8F3-404A-B2B8-40780DC91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ERD</a:t>
            </a:r>
            <a:r>
              <a:rPr lang="en-US" dirty="0"/>
              <a:t>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AB300-9967-448C-B2EE-4FC8080434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e-commerce site</a:t>
            </a:r>
          </a:p>
        </p:txBody>
      </p:sp>
    </p:spTree>
    <p:extLst>
      <p:ext uri="{BB962C8B-B14F-4D97-AF65-F5344CB8AC3E}">
        <p14:creationId xmlns:p14="http://schemas.microsoft.com/office/powerpoint/2010/main" val="3563447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16310-2580-4C30-AF8A-5D41D6E336CB}"/>
              </a:ext>
            </a:extLst>
          </p:cNvPr>
          <p:cNvSpPr txBox="1"/>
          <p:nvPr/>
        </p:nvSpPr>
        <p:spPr>
          <a:xfrm>
            <a:off x="4306956" y="2226365"/>
            <a:ext cx="4850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A012A-5C1F-4D70-B7E3-F1D2A07AD5CA}"/>
              </a:ext>
            </a:extLst>
          </p:cNvPr>
          <p:cNvSpPr txBox="1"/>
          <p:nvPr/>
        </p:nvSpPr>
        <p:spPr>
          <a:xfrm>
            <a:off x="4545495" y="1339334"/>
            <a:ext cx="221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ENTITIES</a:t>
            </a:r>
          </a:p>
        </p:txBody>
      </p:sp>
    </p:spTree>
    <p:extLst>
      <p:ext uri="{BB962C8B-B14F-4D97-AF65-F5344CB8AC3E}">
        <p14:creationId xmlns:p14="http://schemas.microsoft.com/office/powerpoint/2010/main" val="66777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F0CA9-F9C9-4A1F-B033-3E406E11C211}"/>
              </a:ext>
            </a:extLst>
          </p:cNvPr>
          <p:cNvSpPr txBox="1"/>
          <p:nvPr/>
        </p:nvSpPr>
        <p:spPr>
          <a:xfrm>
            <a:off x="2080593" y="450573"/>
            <a:ext cx="127220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Warehouse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7C874F5-9893-4B40-8C2B-FE3DB2420B19}"/>
              </a:ext>
            </a:extLst>
          </p:cNvPr>
          <p:cNvSpPr/>
          <p:nvPr/>
        </p:nvSpPr>
        <p:spPr>
          <a:xfrm>
            <a:off x="3578087" y="592501"/>
            <a:ext cx="2955235" cy="191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EE4D5-B809-46E6-8E72-0E3CDEC99537}"/>
              </a:ext>
            </a:extLst>
          </p:cNvPr>
          <p:cNvSpPr txBox="1"/>
          <p:nvPr/>
        </p:nvSpPr>
        <p:spPr>
          <a:xfrm>
            <a:off x="6679096" y="480921"/>
            <a:ext cx="10097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Products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6AB0B-0379-4D5D-8FA1-5166C8396E93}"/>
              </a:ext>
            </a:extLst>
          </p:cNvPr>
          <p:cNvSpPr txBox="1"/>
          <p:nvPr/>
        </p:nvSpPr>
        <p:spPr>
          <a:xfrm>
            <a:off x="4572000" y="265050"/>
            <a:ext cx="75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79B09-BD42-4811-9669-E2D17027CEC2}"/>
              </a:ext>
            </a:extLst>
          </p:cNvPr>
          <p:cNvSpPr txBox="1"/>
          <p:nvPr/>
        </p:nvSpPr>
        <p:spPr>
          <a:xfrm>
            <a:off x="2120350" y="4687958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vendors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FA4C35B-8466-4B2E-9D17-DE314F75CCD8}"/>
              </a:ext>
            </a:extLst>
          </p:cNvPr>
          <p:cNvSpPr/>
          <p:nvPr/>
        </p:nvSpPr>
        <p:spPr>
          <a:xfrm>
            <a:off x="3469741" y="4773562"/>
            <a:ext cx="2955235" cy="19149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22379-3DFC-4BF3-B0EE-F2A43E9AC2AA}"/>
              </a:ext>
            </a:extLst>
          </p:cNvPr>
          <p:cNvSpPr txBox="1"/>
          <p:nvPr/>
        </p:nvSpPr>
        <p:spPr>
          <a:xfrm>
            <a:off x="4544334" y="443371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1132E-6212-4DC9-BAEF-D55301BF637D}"/>
              </a:ext>
            </a:extLst>
          </p:cNvPr>
          <p:cNvSpPr txBox="1"/>
          <p:nvPr/>
        </p:nvSpPr>
        <p:spPr>
          <a:xfrm>
            <a:off x="6576106" y="4684643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customers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1A7F733-7E46-42A9-A0A4-D8204FE6AC80}"/>
              </a:ext>
            </a:extLst>
          </p:cNvPr>
          <p:cNvSpPr/>
          <p:nvPr/>
        </p:nvSpPr>
        <p:spPr>
          <a:xfrm rot="5400000">
            <a:off x="6563039" y="1613553"/>
            <a:ext cx="1411551" cy="19878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49732-81BE-498C-AB63-1C6DAE7D595E}"/>
              </a:ext>
            </a:extLst>
          </p:cNvPr>
          <p:cNvSpPr txBox="1"/>
          <p:nvPr/>
        </p:nvSpPr>
        <p:spPr>
          <a:xfrm>
            <a:off x="6796678" y="2543888"/>
            <a:ext cx="97077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Logistics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17D8D-F3FA-4B02-8881-3818D161E894}"/>
              </a:ext>
            </a:extLst>
          </p:cNvPr>
          <p:cNvSpPr txBox="1"/>
          <p:nvPr/>
        </p:nvSpPr>
        <p:spPr>
          <a:xfrm>
            <a:off x="7368207" y="1414090"/>
            <a:ext cx="88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506963-4EBA-4DC1-A813-FDA364ADB314}"/>
              </a:ext>
            </a:extLst>
          </p:cNvPr>
          <p:cNvSpPr/>
          <p:nvPr/>
        </p:nvSpPr>
        <p:spPr>
          <a:xfrm rot="5400000">
            <a:off x="6573252" y="3638761"/>
            <a:ext cx="1379140" cy="2107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6C66D-3173-41B3-B4B8-7BFA241D666E}"/>
              </a:ext>
            </a:extLst>
          </p:cNvPr>
          <p:cNvSpPr txBox="1"/>
          <p:nvPr/>
        </p:nvSpPr>
        <p:spPr>
          <a:xfrm>
            <a:off x="7311947" y="3431400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188BC3C7-18FE-41E5-9553-2F16B9F30887}"/>
              </a:ext>
            </a:extLst>
          </p:cNvPr>
          <p:cNvSpPr/>
          <p:nvPr/>
        </p:nvSpPr>
        <p:spPr>
          <a:xfrm>
            <a:off x="6917635" y="674138"/>
            <a:ext cx="1843994" cy="4128909"/>
          </a:xfrm>
          <a:prstGeom prst="arc">
            <a:avLst>
              <a:gd name="adj1" fmla="val 16103232"/>
              <a:gd name="adj2" fmla="val 5484844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blipFill>
                <a:blip r:embed="rId2"/>
                <a:tile tx="0" ty="0" sx="100000" sy="100000" flip="none" algn="tl"/>
              </a:blip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A9AB81-0627-44BF-B6AA-9927967D5609}"/>
              </a:ext>
            </a:extLst>
          </p:cNvPr>
          <p:cNvSpPr txBox="1"/>
          <p:nvPr/>
        </p:nvSpPr>
        <p:spPr>
          <a:xfrm>
            <a:off x="8703332" y="2234054"/>
            <a:ext cx="620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buys</a:t>
            </a:r>
          </a:p>
        </p:txBody>
      </p:sp>
    </p:spTree>
    <p:extLst>
      <p:ext uri="{BB962C8B-B14F-4D97-AF65-F5344CB8AC3E}">
        <p14:creationId xmlns:p14="http://schemas.microsoft.com/office/powerpoint/2010/main" val="372522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21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0845A-A102-4F84-9B34-2240E97E6D47}"/>
              </a:ext>
            </a:extLst>
          </p:cNvPr>
          <p:cNvSpPr txBox="1"/>
          <p:nvPr/>
        </p:nvSpPr>
        <p:spPr>
          <a:xfrm>
            <a:off x="569843" y="302680"/>
            <a:ext cx="127220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Warehouse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E0722-F36D-469F-934C-2510519FB21C}"/>
              </a:ext>
            </a:extLst>
          </p:cNvPr>
          <p:cNvSpPr txBox="1"/>
          <p:nvPr/>
        </p:nvSpPr>
        <p:spPr>
          <a:xfrm>
            <a:off x="2862471" y="302680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vendors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B6F05-A373-4252-82FC-A9E9591A0191}"/>
              </a:ext>
            </a:extLst>
          </p:cNvPr>
          <p:cNvSpPr txBox="1"/>
          <p:nvPr/>
        </p:nvSpPr>
        <p:spPr>
          <a:xfrm>
            <a:off x="438155" y="856678"/>
            <a:ext cx="22671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Warehouse_id</a:t>
            </a:r>
            <a:r>
              <a:rPr lang="en-US" dirty="0"/>
              <a:t>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Item_name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Item_industry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Vendor_id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product_descr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Logistics_id</a:t>
            </a:r>
            <a:r>
              <a:rPr lang="en-US" dirty="0"/>
              <a:t> 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E8EE38-3AB8-4EAA-8344-F2C7C95C32AF}"/>
              </a:ext>
            </a:extLst>
          </p:cNvPr>
          <p:cNvSpPr txBox="1"/>
          <p:nvPr/>
        </p:nvSpPr>
        <p:spPr>
          <a:xfrm>
            <a:off x="2571559" y="856678"/>
            <a:ext cx="185916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vendor_id</a:t>
            </a:r>
            <a:r>
              <a:rPr lang="en-US" dirty="0"/>
              <a:t>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firstName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lastName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Date_reg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Street_no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Street_name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3E314-B2F2-48FF-8274-BED6A4CB727A}"/>
              </a:ext>
            </a:extLst>
          </p:cNvPr>
          <p:cNvSpPr txBox="1"/>
          <p:nvPr/>
        </p:nvSpPr>
        <p:spPr>
          <a:xfrm>
            <a:off x="5036604" y="302680"/>
            <a:ext cx="10097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Products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ADEBC-7366-4A47-8208-A4E9C3D2E9F8}"/>
              </a:ext>
            </a:extLst>
          </p:cNvPr>
          <p:cNvSpPr txBox="1"/>
          <p:nvPr/>
        </p:nvSpPr>
        <p:spPr>
          <a:xfrm>
            <a:off x="4612534" y="856677"/>
            <a:ext cx="251562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Product_id</a:t>
            </a:r>
            <a:r>
              <a:rPr lang="en-US" dirty="0"/>
              <a:t>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Vendor_id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Prodcut_descr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Status (delivered,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Customer_id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Logistic_id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PPU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992112-F4E2-47E3-BE09-3D1D1C206851}"/>
              </a:ext>
            </a:extLst>
          </p:cNvPr>
          <p:cNvSpPr txBox="1"/>
          <p:nvPr/>
        </p:nvSpPr>
        <p:spPr>
          <a:xfrm>
            <a:off x="7410993" y="302680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customers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67224F-D3D9-4F83-9AB5-31F0CB5FB156}"/>
              </a:ext>
            </a:extLst>
          </p:cNvPr>
          <p:cNvSpPr txBox="1"/>
          <p:nvPr/>
        </p:nvSpPr>
        <p:spPr>
          <a:xfrm>
            <a:off x="7133897" y="856677"/>
            <a:ext cx="233429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Customer_id</a:t>
            </a:r>
            <a:r>
              <a:rPr lang="en-US" dirty="0"/>
              <a:t>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Telephone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Logistic_id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Vendorr_id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Warehouse_id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PPU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Mode_of_payment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B208C9-FA5D-4831-8070-017F9F53AFC6}"/>
              </a:ext>
            </a:extLst>
          </p:cNvPr>
          <p:cNvSpPr txBox="1"/>
          <p:nvPr/>
        </p:nvSpPr>
        <p:spPr>
          <a:xfrm>
            <a:off x="9738660" y="302680"/>
            <a:ext cx="97077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Logistics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C17BF0-64EA-4BEE-A304-B6970262B68D}"/>
              </a:ext>
            </a:extLst>
          </p:cNvPr>
          <p:cNvSpPr txBox="1"/>
          <p:nvPr/>
        </p:nvSpPr>
        <p:spPr>
          <a:xfrm>
            <a:off x="9468190" y="856677"/>
            <a:ext cx="190443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Logistic_id</a:t>
            </a:r>
            <a:r>
              <a:rPr lang="en-US" dirty="0"/>
              <a:t>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firstName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lastName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Date_ordered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Date_delivered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Cus_remarks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Product_id</a:t>
            </a:r>
            <a:r>
              <a:rPr lang="en-US" dirty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7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AD7BF-73B7-4711-90D8-FFC110C6D2E9}"/>
              </a:ext>
            </a:extLst>
          </p:cNvPr>
          <p:cNvSpPr txBox="1"/>
          <p:nvPr/>
        </p:nvSpPr>
        <p:spPr>
          <a:xfrm>
            <a:off x="2690193" y="940904"/>
            <a:ext cx="1272209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Warehouse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A606B1B-77EE-4A96-B6BD-08268A88FB13}"/>
              </a:ext>
            </a:extLst>
          </p:cNvPr>
          <p:cNvSpPr/>
          <p:nvPr/>
        </p:nvSpPr>
        <p:spPr>
          <a:xfrm>
            <a:off x="4187687" y="1082832"/>
            <a:ext cx="2955235" cy="191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873EB-589D-4E68-A0ED-CE8BC38B66D8}"/>
              </a:ext>
            </a:extLst>
          </p:cNvPr>
          <p:cNvSpPr txBox="1"/>
          <p:nvPr/>
        </p:nvSpPr>
        <p:spPr>
          <a:xfrm>
            <a:off x="7288696" y="971252"/>
            <a:ext cx="10097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Products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F01C1-9CA8-45C3-9D65-AE2B47C88E26}"/>
              </a:ext>
            </a:extLst>
          </p:cNvPr>
          <p:cNvSpPr txBox="1"/>
          <p:nvPr/>
        </p:nvSpPr>
        <p:spPr>
          <a:xfrm>
            <a:off x="5181600" y="755381"/>
            <a:ext cx="75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23994-B185-40EC-9840-92C313AF8BC3}"/>
              </a:ext>
            </a:extLst>
          </p:cNvPr>
          <p:cNvSpPr txBox="1"/>
          <p:nvPr/>
        </p:nvSpPr>
        <p:spPr>
          <a:xfrm>
            <a:off x="2729950" y="5178289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vendors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5C83E9C-D762-4B52-94A9-A15EB9E9D6CD}"/>
              </a:ext>
            </a:extLst>
          </p:cNvPr>
          <p:cNvSpPr/>
          <p:nvPr/>
        </p:nvSpPr>
        <p:spPr>
          <a:xfrm>
            <a:off x="4079341" y="5263893"/>
            <a:ext cx="2955235" cy="19149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7940A-613E-4C8A-9568-60FE30E36AFA}"/>
              </a:ext>
            </a:extLst>
          </p:cNvPr>
          <p:cNvSpPr txBox="1"/>
          <p:nvPr/>
        </p:nvSpPr>
        <p:spPr>
          <a:xfrm>
            <a:off x="5153934" y="4924046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69116-7CDC-4272-9EF4-2EB96276A0F0}"/>
              </a:ext>
            </a:extLst>
          </p:cNvPr>
          <p:cNvSpPr txBox="1"/>
          <p:nvPr/>
        </p:nvSpPr>
        <p:spPr>
          <a:xfrm>
            <a:off x="7185706" y="5174974"/>
            <a:ext cx="115371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customers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6725D12-ABE4-4CBA-B5BA-B2782C0FB248}"/>
              </a:ext>
            </a:extLst>
          </p:cNvPr>
          <p:cNvSpPr/>
          <p:nvPr/>
        </p:nvSpPr>
        <p:spPr>
          <a:xfrm rot="5400000">
            <a:off x="7172639" y="2103884"/>
            <a:ext cx="1411551" cy="19878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C1305-51CC-480B-91BB-D7F4BC8E0E93}"/>
              </a:ext>
            </a:extLst>
          </p:cNvPr>
          <p:cNvSpPr txBox="1"/>
          <p:nvPr/>
        </p:nvSpPr>
        <p:spPr>
          <a:xfrm>
            <a:off x="7406278" y="3034219"/>
            <a:ext cx="97077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Logistics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F09B3-2072-48B8-97B5-85B4466DD99C}"/>
              </a:ext>
            </a:extLst>
          </p:cNvPr>
          <p:cNvSpPr txBox="1"/>
          <p:nvPr/>
        </p:nvSpPr>
        <p:spPr>
          <a:xfrm>
            <a:off x="7977807" y="1904421"/>
            <a:ext cx="88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C4DE18D-E7F1-4BFD-8D88-8DF146AA1D11}"/>
              </a:ext>
            </a:extLst>
          </p:cNvPr>
          <p:cNvSpPr/>
          <p:nvPr/>
        </p:nvSpPr>
        <p:spPr>
          <a:xfrm rot="5400000">
            <a:off x="7182852" y="4129092"/>
            <a:ext cx="1379140" cy="21076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C43B7A-E92C-4B3F-8192-CF6B57BBE466}"/>
              </a:ext>
            </a:extLst>
          </p:cNvPr>
          <p:cNvSpPr txBox="1"/>
          <p:nvPr/>
        </p:nvSpPr>
        <p:spPr>
          <a:xfrm>
            <a:off x="7921547" y="3921731"/>
            <a:ext cx="91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delivers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394A45B6-B3F2-4AE6-9D40-FF44C68F2CCA}"/>
              </a:ext>
            </a:extLst>
          </p:cNvPr>
          <p:cNvSpPr/>
          <p:nvPr/>
        </p:nvSpPr>
        <p:spPr>
          <a:xfrm>
            <a:off x="7527235" y="1164469"/>
            <a:ext cx="1843994" cy="4128909"/>
          </a:xfrm>
          <a:prstGeom prst="arc">
            <a:avLst>
              <a:gd name="adj1" fmla="val 16103232"/>
              <a:gd name="adj2" fmla="val 5484844"/>
            </a:avLst>
          </a:prstGeom>
          <a:ln w="762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blipFill>
                <a:blip r:embed="rId2"/>
                <a:tile tx="0" ty="0" sx="100000" sy="100000" flip="none" algn="tl"/>
              </a:blip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5A7FD-0931-4396-9D2B-E44ECC122836}"/>
              </a:ext>
            </a:extLst>
          </p:cNvPr>
          <p:cNvSpPr txBox="1"/>
          <p:nvPr/>
        </p:nvSpPr>
        <p:spPr>
          <a:xfrm>
            <a:off x="9312932" y="2724385"/>
            <a:ext cx="620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8A840-916A-4C32-B905-D6EB0FE66D30}"/>
              </a:ext>
            </a:extLst>
          </p:cNvPr>
          <p:cNvSpPr txBox="1"/>
          <p:nvPr/>
        </p:nvSpPr>
        <p:spPr>
          <a:xfrm>
            <a:off x="4153088" y="8130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90AF4-9094-4B6D-AB44-9BF69D7009FD}"/>
              </a:ext>
            </a:extLst>
          </p:cNvPr>
          <p:cNvSpPr txBox="1"/>
          <p:nvPr/>
        </p:nvSpPr>
        <p:spPr>
          <a:xfrm>
            <a:off x="6674700" y="78658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FCB22B-D23F-4434-B36D-57BB64C0BF25}"/>
              </a:ext>
            </a:extLst>
          </p:cNvPr>
          <p:cNvSpPr txBox="1"/>
          <p:nvPr/>
        </p:nvSpPr>
        <p:spPr>
          <a:xfrm>
            <a:off x="6674700" y="123244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DEB1B-BE6A-4EE9-892B-6CE2577B775B}"/>
              </a:ext>
            </a:extLst>
          </p:cNvPr>
          <p:cNvSpPr txBox="1"/>
          <p:nvPr/>
        </p:nvSpPr>
        <p:spPr>
          <a:xfrm>
            <a:off x="4158757" y="11862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A9D39-9981-4667-8880-8D0E87A1962C}"/>
              </a:ext>
            </a:extLst>
          </p:cNvPr>
          <p:cNvSpPr txBox="1"/>
          <p:nvPr/>
        </p:nvSpPr>
        <p:spPr>
          <a:xfrm>
            <a:off x="7923813" y="1339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3A1484-6404-44C1-B272-F2C0ED91B80C}"/>
              </a:ext>
            </a:extLst>
          </p:cNvPr>
          <p:cNvSpPr txBox="1"/>
          <p:nvPr/>
        </p:nvSpPr>
        <p:spPr>
          <a:xfrm>
            <a:off x="7963076" y="2568279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EC598-A695-4E8E-A0F0-12DC0E37F7DE}"/>
              </a:ext>
            </a:extLst>
          </p:cNvPr>
          <p:cNvSpPr txBox="1"/>
          <p:nvPr/>
        </p:nvSpPr>
        <p:spPr>
          <a:xfrm>
            <a:off x="7437634" y="25682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A278D4-D0A6-4C3B-B86B-B8A39D975B4E}"/>
              </a:ext>
            </a:extLst>
          </p:cNvPr>
          <p:cNvSpPr txBox="1"/>
          <p:nvPr/>
        </p:nvSpPr>
        <p:spPr>
          <a:xfrm>
            <a:off x="7423753" y="13567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9AEC24-7089-4C52-B420-E94993CBBEB2}"/>
              </a:ext>
            </a:extLst>
          </p:cNvPr>
          <p:cNvSpPr txBox="1"/>
          <p:nvPr/>
        </p:nvSpPr>
        <p:spPr>
          <a:xfrm>
            <a:off x="7977806" y="34272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E3CDA-9E27-461E-93AA-7E72D3CDD3FB}"/>
              </a:ext>
            </a:extLst>
          </p:cNvPr>
          <p:cNvSpPr txBox="1"/>
          <p:nvPr/>
        </p:nvSpPr>
        <p:spPr>
          <a:xfrm>
            <a:off x="7972090" y="461929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8CEA93-1644-40D0-AD51-FDCB20154704}"/>
              </a:ext>
            </a:extLst>
          </p:cNvPr>
          <p:cNvSpPr txBox="1"/>
          <p:nvPr/>
        </p:nvSpPr>
        <p:spPr>
          <a:xfrm>
            <a:off x="7500642" y="4631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AC466A-D0B9-4153-AA41-12355A6876F4}"/>
              </a:ext>
            </a:extLst>
          </p:cNvPr>
          <p:cNvSpPr txBox="1"/>
          <p:nvPr/>
        </p:nvSpPr>
        <p:spPr>
          <a:xfrm>
            <a:off x="7489525" y="339958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BB1B71-46C8-42FA-93DA-056129358987}"/>
              </a:ext>
            </a:extLst>
          </p:cNvPr>
          <p:cNvSpPr txBox="1"/>
          <p:nvPr/>
        </p:nvSpPr>
        <p:spPr>
          <a:xfrm>
            <a:off x="3951193" y="49657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45D16-8555-4448-A3C0-835403B229B6}"/>
              </a:ext>
            </a:extLst>
          </p:cNvPr>
          <p:cNvSpPr txBox="1"/>
          <p:nvPr/>
        </p:nvSpPr>
        <p:spPr>
          <a:xfrm>
            <a:off x="6647060" y="497427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CB525E-0DAA-4424-B200-9436C0B2290E}"/>
              </a:ext>
            </a:extLst>
          </p:cNvPr>
          <p:cNvSpPr txBox="1"/>
          <p:nvPr/>
        </p:nvSpPr>
        <p:spPr>
          <a:xfrm>
            <a:off x="6647060" y="5384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A4965D-9E93-48B8-9867-960E5A0A0312}"/>
              </a:ext>
            </a:extLst>
          </p:cNvPr>
          <p:cNvSpPr txBox="1"/>
          <p:nvPr/>
        </p:nvSpPr>
        <p:spPr>
          <a:xfrm>
            <a:off x="3962402" y="5448559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991138-7980-4BFB-8B53-752797607779}"/>
              </a:ext>
            </a:extLst>
          </p:cNvPr>
          <p:cNvSpPr txBox="1"/>
          <p:nvPr/>
        </p:nvSpPr>
        <p:spPr>
          <a:xfrm>
            <a:off x="8681365" y="511516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927D74-426F-4ACF-9429-C924D1ED3C89}"/>
              </a:ext>
            </a:extLst>
          </p:cNvPr>
          <p:cNvSpPr txBox="1"/>
          <p:nvPr/>
        </p:nvSpPr>
        <p:spPr>
          <a:xfrm>
            <a:off x="8463554" y="8537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BAFD31-19E3-4CCC-BC80-6CFB16F9E82D}"/>
              </a:ext>
            </a:extLst>
          </p:cNvPr>
          <p:cNvSpPr txBox="1"/>
          <p:nvPr/>
        </p:nvSpPr>
        <p:spPr>
          <a:xfrm>
            <a:off x="8488969" y="123158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2C488D-EC18-4C5A-ADBF-2FE61E0CC18B}"/>
              </a:ext>
            </a:extLst>
          </p:cNvPr>
          <p:cNvSpPr txBox="1"/>
          <p:nvPr/>
        </p:nvSpPr>
        <p:spPr>
          <a:xfrm>
            <a:off x="8510864" y="47393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001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219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ERD MODEL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ERD MODEL</dc:title>
  <dc:creator>MAXON</dc:creator>
  <cp:lastModifiedBy>MAXON </cp:lastModifiedBy>
  <cp:revision>18</cp:revision>
  <dcterms:created xsi:type="dcterms:W3CDTF">2021-03-19T13:21:54Z</dcterms:created>
  <dcterms:modified xsi:type="dcterms:W3CDTF">2021-03-19T15:08:29Z</dcterms:modified>
</cp:coreProperties>
</file>